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275B91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485632" y="502920"/>
            <a:ext cx="3154680" cy="5833872"/>
          </a:xfrm>
          <a:prstGeom prst="roundRect">
            <a:avLst>
              <a:gd name="adj" fmla="val 12000"/>
            </a:avLst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82912" y="1261872"/>
            <a:ext cx="96012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77072" y="2267712"/>
            <a:ext cx="29718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6720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7ADCD2"/>
                </a:solidFill>
                <a:latin typeface="Aptos"/>
              </a:rPr>
              <a:t>JAVA  •  BEGINNER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672084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HOSPITAL
EMERGENCY-ROOM
TRIAGE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310128"/>
            <a:ext cx="63093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DEE8F2"/>
                </a:solidFill>
                <a:latin typeface="Aptos"/>
              </a:rPr>
              <a:t>A Java-based approach to organizing patient priority in emergency care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4224528"/>
            <a:ext cx="5440680" cy="18288"/>
          </a:xfrm>
          <a:prstGeom prst="rect">
            <a:avLst/>
          </a:prstGeom>
          <a:solidFill>
            <a:srgbClr val="547597"/>
          </a:solidFill>
          <a:ln>
            <a:solidFill>
              <a:srgbClr val="547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498848"/>
            <a:ext cx="6217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7ADCD2"/>
                </a:solidFill>
                <a:latin typeface="Aptos"/>
              </a:rPr>
              <a:t>PROJECT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864608"/>
            <a:ext cx="6492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Sahasra Priya  —  2620030656
Giri Chowdhary  —  2620090088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236208"/>
            <a:ext cx="6583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B9CBDE"/>
                </a:solidFill>
                <a:latin typeface="Aptos"/>
              </a:rPr>
              <a:t>PATIENT PRIORITY  •  CLEAR WORKFLOW  •  SAFER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C9997"/>
                </a:solidFill>
                <a:latin typeface="Aptos"/>
              </a:rPr>
              <a:t>01  |  PROBLEM &amp; 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3233D"/>
                </a:solidFill>
                <a:latin typeface="Aptos"/>
              </a:rPr>
              <a:t>Why an emergency triage system is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A clear way to organize incoming patients by urgency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09928"/>
            <a:ext cx="914400" cy="45720"/>
          </a:xfrm>
          <a:prstGeom prst="rect">
            <a:avLst/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37182"/>
                </a:solidFill>
                <a:latin typeface="Aptos"/>
              </a:rPr>
              <a:t>HOSPITAL EMERGENCY-ROOM TRIAGE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75B91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52578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73152" cy="3246120"/>
          </a:xfrm>
          <a:prstGeom prst="roundRect">
            <a:avLst>
              <a:gd name="adj" fmla="val 12000"/>
            </a:avLst>
          </a:prstGeom>
          <a:solidFill>
            <a:srgbClr val="CB4E4D"/>
          </a:solidFill>
          <a:ln>
            <a:solidFill>
              <a:srgbClr val="CB4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203704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87752"/>
            <a:ext cx="4892040" cy="26243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637182"/>
                </a:solidFill>
                <a:latin typeface="Aptos"/>
              </a:rPr>
              <a:t>• Emergency departments may receive many patients at once.
• Patients can have different levels of urgency.
• Manual prioritization can be difficult during busy periods.
• Important patient details must be recorded consistently.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2578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73152" cy="3246120"/>
          </a:xfrm>
          <a:prstGeom prst="roundRect">
            <a:avLst>
              <a:gd name="adj" fmla="val 12000"/>
            </a:avLst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2203704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OUR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587752"/>
            <a:ext cx="4892040" cy="26243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637182"/>
                </a:solidFill>
                <a:latin typeface="Aptos"/>
              </a:rPr>
              <a:t>• Record patient details and symptoms.
• Assign a triage priority based on defined criteria.
• Display patients in a clear, organized format.
• Help staff identify urgent cases sooner.
• Demonstrate Java concepts through a practical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96128"/>
            <a:ext cx="10835640" cy="502920"/>
          </a:xfrm>
          <a:prstGeom prst="roundRect">
            <a:avLst>
              <a:gd name="adj" fmla="val 12000"/>
            </a:avLst>
          </a:prstGeom>
          <a:solidFill>
            <a:srgbClr val="E0F5F1"/>
          </a:solidFill>
          <a:ln>
            <a:solidFill>
              <a:srgbClr val="E0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696712"/>
            <a:ext cx="1042416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3233D"/>
                </a:solidFill>
                <a:latin typeface="Aptos"/>
              </a:rPr>
              <a:t>Core idea: organize patient information and highlight urgency — the system supports staff, not replaces clinical judgment.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C9997"/>
                </a:solidFill>
                <a:latin typeface="Aptos"/>
              </a:rPr>
              <a:t>02  |  PROPOSED SOLUTION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3233D"/>
                </a:solidFill>
                <a:latin typeface="Aptos"/>
              </a:rPr>
              <a:t>From patient entry to triage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The program follows an input → process → decision → output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09928"/>
            <a:ext cx="914400" cy="45720"/>
          </a:xfrm>
          <a:prstGeom prst="rect">
            <a:avLst/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37182"/>
                </a:solidFill>
                <a:latin typeface="Aptos"/>
              </a:rPr>
              <a:t>HOSPITAL EMERGENCY-ROOM TRIAGE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75B91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23160"/>
            <a:ext cx="18288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80160" y="2633472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275B91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724912"/>
            <a:ext cx="566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01568"/>
            <a:ext cx="1554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3233D"/>
                </a:solidFill>
                <a:latin typeface="Aptos"/>
              </a:rPr>
              <a:t>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776472"/>
            <a:ext cx="1609344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37182"/>
                </a:solidFill>
                <a:latin typeface="Aptos"/>
              </a:rPr>
              <a:t>Enter patient ID,
name and symptoms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154680"/>
            <a:ext cx="365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C999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2" y="2423160"/>
            <a:ext cx="18288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29584" y="2633472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9584" y="2724912"/>
            <a:ext cx="566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3401568"/>
            <a:ext cx="1554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3233D"/>
                </a:solidFill>
                <a:latin typeface="Aptos"/>
              </a:rPr>
              <a:t>Assess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76472"/>
            <a:ext cx="1609344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37182"/>
                </a:solidFill>
                <a:latin typeface="Aptos"/>
              </a:rPr>
              <a:t>Record urgency
indicators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4024" y="3154680"/>
            <a:ext cx="365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C9997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57216" y="2423160"/>
            <a:ext cx="18288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779007" y="2633472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F29D4B"/>
          </a:solidFill>
          <a:ln>
            <a:solidFill>
              <a:srgbClr val="F29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79007" y="2724912"/>
            <a:ext cx="566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3401568"/>
            <a:ext cx="1554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3233D"/>
                </a:solidFill>
                <a:latin typeface="Aptos"/>
              </a:rPr>
              <a:t>Classify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3776472"/>
            <a:ext cx="1609344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37182"/>
                </a:solidFill>
                <a:latin typeface="Aptos"/>
              </a:rPr>
              <a:t>Apply triage
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3154680"/>
            <a:ext cx="365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C9997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2423160"/>
            <a:ext cx="18288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28431" y="2633472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CB4E4D"/>
          </a:solidFill>
          <a:ln>
            <a:solidFill>
              <a:srgbClr val="CB4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28431" y="2724912"/>
            <a:ext cx="566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401568"/>
            <a:ext cx="1554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3233D"/>
                </a:solidFill>
                <a:latin typeface="Aptos"/>
              </a:rPr>
              <a:t>Prioritize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3776472"/>
            <a:ext cx="1609344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37182"/>
                </a:solidFill>
                <a:latin typeface="Aptos"/>
              </a:rPr>
              <a:t>Place patient in
priority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3154680"/>
            <a:ext cx="365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C9997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56064" y="2423160"/>
            <a:ext cx="18288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277856" y="2633472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3D976C"/>
          </a:solidFill>
          <a:ln>
            <a:solidFill>
              <a:srgbClr val="3D9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77856" y="2724912"/>
            <a:ext cx="566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3224" y="3401568"/>
            <a:ext cx="15544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3233D"/>
                </a:solidFill>
                <a:latin typeface="Aptos"/>
              </a:rPr>
              <a:t>Display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3776472"/>
            <a:ext cx="1609344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37182"/>
                </a:solidFill>
                <a:latin typeface="Aptos"/>
              </a:rPr>
              <a:t>Show patient and
triage category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074920"/>
            <a:ext cx="10789920" cy="86868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" y="5230368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C9997"/>
                </a:solidFill>
                <a:latin typeface="Aptos"/>
              </a:rPr>
              <a:t>ALGORITHM 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513832"/>
            <a:ext cx="1014984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B3646"/>
                </a:solidFill>
                <a:latin typeface="Aptos"/>
              </a:rPr>
              <a:t>Start → read patient details → evaluate urgency → assign priority → display triage result →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C9997"/>
                </a:solidFill>
                <a:latin typeface="Aptos"/>
              </a:rPr>
              <a:t>03  |  MODULE 1 —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3233D"/>
                </a:solidFill>
                <a:latin typeface="Aptos"/>
              </a:rPr>
              <a:t>Computational thinking &amp; Java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Turning the triage problem into a structured Java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09928"/>
            <a:ext cx="914400" cy="45720"/>
          </a:xfrm>
          <a:prstGeom prst="rect">
            <a:avLst/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37182"/>
                </a:solidFill>
                <a:latin typeface="Aptos"/>
              </a:rPr>
              <a:t>HOSPITAL EMERGENCY-ROOM TRIAGE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75B91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30352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2057400"/>
            <a:ext cx="73152" cy="3429000"/>
          </a:xfrm>
          <a:prstGeom prst="roundRect">
            <a:avLst>
              <a:gd name="adj" fmla="val 12000"/>
            </a:avLst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203704"/>
            <a:ext cx="49377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CONCEPTS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587752"/>
            <a:ext cx="4937759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37182"/>
                </a:solidFill>
                <a:latin typeface="Aptos"/>
              </a:rPr>
              <a:t>• Problem decomposition and algorithm design
• Java program structure and development environment
• Variables, data types, identifiers and literals
• Operators and expressions
• Console input using Scanner and formatted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25780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73152" cy="3429000"/>
          </a:xfrm>
          <a:prstGeom prst="roundRect">
            <a:avLst>
              <a:gd name="adj" fmla="val 12000"/>
            </a:avLst>
          </a:prstGeom>
          <a:solidFill>
            <a:srgbClr val="275B91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2203704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EXAMPLE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587752"/>
            <a:ext cx="4892040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37182"/>
                </a:solidFill>
                <a:latin typeface="Aptos"/>
              </a:rPr>
              <a:t>String patientName = "Ravi";
int patientAge = 45;
int urgencyLevel = 2;
String stores text, int stores whole numbers, and variables keep patient details for later processing.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3233D"/>
                </a:solidFill>
                <a:latin typeface="Aptos"/>
              </a:rPr>
              <a:t>WHY IT MATTERS  |  Correct inputs and clear data representation form the base of every later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C9997"/>
                </a:solidFill>
                <a:latin typeface="Aptos"/>
              </a:rPr>
              <a:t>04  |  MODULE 2 — CONTROL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3233D"/>
                </a:solidFill>
                <a:latin typeface="Aptos"/>
              </a:rPr>
              <a:t>Conditions decide triage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Selection and iteration let the program respond to different patient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09928"/>
            <a:ext cx="914400" cy="45720"/>
          </a:xfrm>
          <a:prstGeom prst="rect">
            <a:avLst/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37182"/>
                </a:solidFill>
                <a:latin typeface="Aptos"/>
              </a:rPr>
              <a:t>HOSPITAL EMERGENCY-ROOM TRIAGE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75B91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30352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2057400"/>
            <a:ext cx="73152" cy="3429000"/>
          </a:xfrm>
          <a:prstGeom prst="roundRect">
            <a:avLst>
              <a:gd name="adj" fmla="val 12000"/>
            </a:avLst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203704"/>
            <a:ext cx="49377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CONCEPTS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587752"/>
            <a:ext cx="4937759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37182"/>
                </a:solidFill>
                <a:latin typeface="Aptos"/>
              </a:rPr>
              <a:t>• if, if–else and else-if ladder
• Nested conditions and switch statements
• break and continue
• for, while and do-while loops
• Repeating input for multiple patients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25780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73152" cy="3429000"/>
          </a:xfrm>
          <a:prstGeom prst="roundRect">
            <a:avLst>
              <a:gd name="adj" fmla="val 12000"/>
            </a:avLst>
          </a:prstGeom>
          <a:solidFill>
            <a:srgbClr val="F29D4B"/>
          </a:solidFill>
          <a:ln>
            <a:solidFill>
              <a:srgbClr val="F29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2203704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DECISION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587752"/>
            <a:ext cx="4892040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if (urgencyLevel == 1) {
    priority = "High";
} else if (urgencyLevel == 2) {
    priority = "Medium";
} else {
    priority = "Low";
}
Illustrative categories only; real triage rules must be set by qualified clinical staff.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3233D"/>
                </a:solidFill>
                <a:latin typeface="Aptos"/>
              </a:rPr>
              <a:t>LOOP PURPOSE  |  A loop can process a list of waiting patients without repeating the same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C9997"/>
                </a:solidFill>
                <a:latin typeface="Aptos"/>
              </a:rPr>
              <a:t>05  |  MODULE 3 — METHODS, RECURSION &amp;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3233D"/>
                </a:solidFill>
                <a:latin typeface="Aptos"/>
              </a:rPr>
              <a:t>Reusable methods and patient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Break the task into smaller operations and process groups of patient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09928"/>
            <a:ext cx="914400" cy="45720"/>
          </a:xfrm>
          <a:prstGeom prst="rect">
            <a:avLst/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37182"/>
                </a:solidFill>
                <a:latin typeface="Aptos"/>
              </a:rPr>
              <a:t>HOSPITAL EMERGENCY-ROOM TRIAGE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75B91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30352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2057400"/>
            <a:ext cx="73152" cy="3429000"/>
          </a:xfrm>
          <a:prstGeom prst="roundRect">
            <a:avLst>
              <a:gd name="adj" fmla="val 12000"/>
            </a:avLst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203704"/>
            <a:ext cx="49377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CONCEPTS THAT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587752"/>
            <a:ext cx="4937759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• Methods for registering and displaying patients
• Parameters and return values
• Method overloading
• Arrays to store multiple records or priority values
• Traversal, searching and counting
• Enhanced for-each loops; recursion as a syllabus concept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25780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73152" cy="3429000"/>
          </a:xfrm>
          <a:prstGeom prst="roundRect">
            <a:avLst>
              <a:gd name="adj" fmla="val 12000"/>
            </a:avLst>
          </a:prstGeom>
          <a:solidFill>
            <a:srgbClr val="275B91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2203704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SIMPLE METHOD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587752"/>
            <a:ext cx="4892040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static String getPriority(int level) {
    if (level == 1) return "High";
    if (level == 2) return "Medium";
    return "Low";
}
A method centralizes the priority decision so it can be reused wherever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3233D"/>
                </a:solidFill>
                <a:latin typeface="Aptos"/>
              </a:rPr>
              <a:t>WHY IT HELPS  |  Smaller methods are easier to read, test and maintain.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C9997"/>
                </a:solidFill>
                <a:latin typeface="Aptos"/>
              </a:rPr>
              <a:t>06  |  MODULE 4 — OBJECT-ORIENTED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3233D"/>
                </a:solidFill>
                <a:latin typeface="Aptos"/>
              </a:rPr>
              <a:t>Model patients as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OOP organizes patient information and related behavior into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09928"/>
            <a:ext cx="914400" cy="45720"/>
          </a:xfrm>
          <a:prstGeom prst="rect">
            <a:avLst/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37182"/>
                </a:solidFill>
                <a:latin typeface="Aptos"/>
              </a:rPr>
              <a:t>HOSPITAL EMERGENCY-ROOM TRIAGE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75B91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30352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2057400"/>
            <a:ext cx="73152" cy="3429000"/>
          </a:xfrm>
          <a:prstGeom prst="roundRect">
            <a:avLst>
              <a:gd name="adj" fmla="val 12000"/>
            </a:avLst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203704"/>
            <a:ext cx="49377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POSSIBLE CLASS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587752"/>
            <a:ext cx="4937759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• Patient: patient ID, name, age and symptoms
• Triage: evaluates and assigns a priority
• Constructors initialize patient objects
• Encapsulation keeps fields private
• Getters and setters provide controlled access
• toString() can format patient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25780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73152" cy="3429000"/>
          </a:xfrm>
          <a:prstGeom prst="roundRect">
            <a:avLst>
              <a:gd name="adj" fmla="val 12000"/>
            </a:avLst>
          </a:prstGeom>
          <a:solidFill>
            <a:srgbClr val="275B91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2203704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OBJECT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587752"/>
            <a:ext cx="4892040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Patient patient1 = new Patient(
    101, "Ravi", 45
);
The Patient class describes what data a patient has. Each Patient object represents one registered person.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3233D"/>
                </a:solidFill>
                <a:latin typeface="Aptos"/>
              </a:rPr>
              <a:t>EXCEPTION HANDLING  |  try-catch can handle invalid input; clear messages help avoid confusing failures.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C9997"/>
                </a:solidFill>
                <a:latin typeface="Aptos"/>
              </a:rPr>
              <a:t>07  |  MODULE 5 — STRINGS, ALGORITHMS &amp; FILE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3233D"/>
                </a:solidFill>
                <a:latin typeface="Aptos"/>
              </a:rPr>
              <a:t>Search, validate and save patient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String handling and file operations can support a more useful triage record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09928"/>
            <a:ext cx="914400" cy="45720"/>
          </a:xfrm>
          <a:prstGeom prst="rect">
            <a:avLst/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37182"/>
                </a:solidFill>
                <a:latin typeface="Aptos"/>
              </a:rPr>
              <a:t>HOSPITAL EMERGENCY-ROOM TRIAGE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75B91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30352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2057400"/>
            <a:ext cx="73152" cy="3429000"/>
          </a:xfrm>
          <a:prstGeom prst="roundRect">
            <a:avLst>
              <a:gd name="adj" fmla="val 12000"/>
            </a:avLst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203704"/>
            <a:ext cx="49377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STRINGS &amp;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587752"/>
            <a:ext cx="4937759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• String stores patient names and symptoms
• trim() removes surrounding spaces
• equals() compares text values
• Searching can locate a patient by ID or name
• Sorting can organize patients by priority or arrival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25780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73152" cy="3429000"/>
          </a:xfrm>
          <a:prstGeom prst="roundRect">
            <a:avLst>
              <a:gd name="adj" fmla="val 12000"/>
            </a:avLst>
          </a:prstGeom>
          <a:solidFill>
            <a:srgbClr val="275B91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2203704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FILE I/O EXTENSION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587752"/>
            <a:ext cx="4892040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• Save patient records to a text file
• Read saved records when the program starts
• Use Path and Files or buffered readers/writers
• Handle missing files and malformed records
• try-with-resources closes files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B4E4D"/>
                </a:solidFill>
                <a:latin typeface="Aptos"/>
              </a:rPr>
              <a:t>NOTE  |  Patient information is sensitive; any real deployment needs strong privacy and access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C9997"/>
                </a:solidFill>
                <a:latin typeface="Aptos"/>
              </a:rPr>
              <a:t>08  |  MODULE 6 — COLLECTIONS &amp;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3233D"/>
                </a:solidFill>
                <a:latin typeface="Aptos"/>
              </a:rPr>
              <a:t>Manage waiting lists efficiently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Collections make it easier to maintain and summarize multiple patient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09928"/>
            <a:ext cx="914400" cy="45720"/>
          </a:xfrm>
          <a:prstGeom prst="rect">
            <a:avLst/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37182"/>
                </a:solidFill>
                <a:latin typeface="Aptos"/>
              </a:rPr>
              <a:t>HOSPITAL EMERGENCY-ROOM TRIAGE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75B91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30352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2057400"/>
            <a:ext cx="73152" cy="3429000"/>
          </a:xfrm>
          <a:prstGeom prst="roundRect">
            <a:avLst>
              <a:gd name="adj" fmla="val 12000"/>
            </a:avLst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203704"/>
            <a:ext cx="49377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CONCEPTS FOR AN EXTENDED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587752"/>
            <a:ext cx="4937759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• ArrayList: store patient records
• HashMap: look up a patient by ID
• HashSet: keep unique identifiers
• Generics provide type safety
• Comparator can sort by priority or arrival
• Streams can filter and summarize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25780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73152" cy="3429000"/>
          </a:xfrm>
          <a:prstGeom prst="roundRect">
            <a:avLst>
              <a:gd name="adj" fmla="val 12000"/>
            </a:avLst>
          </a:prstGeom>
          <a:solidFill>
            <a:srgbClr val="275B91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2203704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ILLUSTRATIVE WAITING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587752"/>
            <a:ext cx="4892040" cy="2807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37182"/>
                </a:solidFill>
                <a:latin typeface="Aptos"/>
              </a:rPr>
              <a:t>Patient ID     Priority
101                 High
102                 Medium
103                 Low
A collection can store these records, while sorting and filtering can show the most urgent cases first.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3233D"/>
                </a:solidFill>
                <a:latin typeface="Aptos"/>
              </a:rPr>
              <a:t>EXTENSION IDEA  |  Use grouping and counting to report how many patients are in each priority category.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C9997"/>
                </a:solidFill>
                <a:latin typeface="Aptos"/>
              </a:rPr>
              <a:t>09  |  RESULTS, FUTURE SCOPE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3233D"/>
                </a:solidFill>
                <a:latin typeface="Aptos"/>
              </a:rPr>
              <a:t>A practical project connecting six Java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The triage system demonstrates how programming concepts can support an organized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09928"/>
            <a:ext cx="914400" cy="45720"/>
          </a:xfrm>
          <a:prstGeom prst="rect">
            <a:avLst/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37182"/>
                </a:solidFill>
                <a:latin typeface="Aptos"/>
              </a:rPr>
              <a:t>HOSPITAL EMERGENCY-ROOM TRIAGE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275B91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3456432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2057400"/>
            <a:ext cx="73152" cy="3063240"/>
          </a:xfrm>
          <a:prstGeom prst="roundRect">
            <a:avLst>
              <a:gd name="adj" fmla="val 12000"/>
            </a:avLst>
          </a:prstGeom>
          <a:solidFill>
            <a:srgbClr val="1C9997"/>
          </a:solidFill>
          <a:ln>
            <a:solidFill>
              <a:srgbClr val="1C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203704"/>
            <a:ext cx="30906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EXPECTED 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587752"/>
            <a:ext cx="3090672" cy="2441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• Organized patient details
• Consistent priority labels
• Faster record lookup
• Clearer waiting-list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057400"/>
            <a:ext cx="3456432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70832" y="2057400"/>
            <a:ext cx="73152" cy="3063240"/>
          </a:xfrm>
          <a:prstGeom prst="roundRect">
            <a:avLst>
              <a:gd name="adj" fmla="val 12000"/>
            </a:avLst>
          </a:prstGeom>
          <a:solidFill>
            <a:srgbClr val="275B91"/>
          </a:solidFill>
          <a:ln>
            <a:solidFill>
              <a:srgbClr val="27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203704"/>
            <a:ext cx="30906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87752"/>
            <a:ext cx="3090672" cy="2441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• Persistent database storage
• Staff login and access control
• Search and reporting dashboard
• Audit trail and testing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057400"/>
            <a:ext cx="3456432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83296" y="2057400"/>
            <a:ext cx="73152" cy="3063240"/>
          </a:xfrm>
          <a:prstGeom prst="roundRect">
            <a:avLst>
              <a:gd name="adj" fmla="val 12000"/>
            </a:avLst>
          </a:prstGeom>
          <a:solidFill>
            <a:srgbClr val="F29D4B"/>
          </a:solidFill>
          <a:ln>
            <a:solidFill>
              <a:srgbClr val="F29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2203704"/>
            <a:ext cx="30906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3233D"/>
                </a:solidFill>
                <a:latin typeface="Aptos"/>
              </a:rPr>
              <a:t>KEY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587752"/>
            <a:ext cx="3090672" cy="2441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37182"/>
                </a:solidFill>
                <a:latin typeface="Aptos"/>
              </a:rPr>
              <a:t>The project brings together input, conditions, methods, arrays, OOP, strings, file handling and collections in one practical example.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40680"/>
            <a:ext cx="10789920" cy="658368"/>
          </a:xfrm>
          <a:prstGeom prst="roundRect">
            <a:avLst>
              <a:gd name="adj" fmla="val 12000"/>
            </a:avLst>
          </a:prstGeom>
          <a:solidFill>
            <a:srgbClr val="13233D"/>
          </a:solidFill>
          <a:ln>
            <a:solidFill>
              <a:srgbClr val="13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596128"/>
            <a:ext cx="1028700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THANK YOU  </a:t>
            </a:r>
            <a:r>
              <a:rPr lang="en-IN" sz="1300" b="1" dirty="0">
                <a:solidFill>
                  <a:srgbClr val="FFFFFF"/>
                </a:solidFill>
                <a:latin typeface="Aptos"/>
              </a:rPr>
              <a:t>!</a:t>
            </a:r>
            <a:endParaRPr sz="1300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1255</Words>
  <Application>Microsoft Office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Bhavani</dc:creator>
  <cp:keywords/>
  <dc:description>generated using python-pptx</dc:description>
  <cp:lastModifiedBy>Sahasra Priya Sirapuram</cp:lastModifiedBy>
  <cp:revision>2</cp:revision>
  <dcterms:created xsi:type="dcterms:W3CDTF">2013-01-27T09:14:16Z</dcterms:created>
  <dcterms:modified xsi:type="dcterms:W3CDTF">2026-10-15T15:46:57Z</dcterms:modified>
  <cp:category/>
</cp:coreProperties>
</file>